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BBA409-FC8A-A71D-52BC-0908DD0A3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8CE4033-2ADE-4182-E263-0BD184D61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EB2052A-E983-49A8-FA60-DB25CDD2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F4243E9-5152-BDEE-5573-035ADF2D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4FABB0C-B5F1-A134-529C-3EEDD17F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842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36914E-1C95-5C33-53F1-5069F146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377943-B704-468C-77CA-D72FD452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40B681-ACB2-410E-0B03-0DB5A6B7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D389FBA-8952-D83C-F7DC-785A4B85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88FFB1-0705-5015-30FD-BD290477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151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A47A40-26E4-35AE-B7C3-E4DB0858C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A68453A-C57C-9AEE-088C-26704D584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524D904-6C0F-497C-404B-07848086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5E6DA97-DBC1-34CE-D418-53280FF7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8DE614-7A41-406E-EA09-0C29CD19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914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56130A-C497-A9D8-E491-8CA81FA1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5AC675-7BC4-A8D4-99FB-361B59A61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A8D0124-00D4-98E1-D84C-8B9D5AE27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E917E47-5754-FF80-BFE7-8EDAB10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F40E127-8A66-072A-0EEF-C6CAA561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70F5BA0-7969-AA59-350E-8A321A38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597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A01668-AB5E-A7C5-4C2D-A6DF250B1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05E9C27-35FA-397C-02E1-6CA298BED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EBF2DF2-35E7-3E3A-9CDB-E3626079F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EA69D62-3D3C-EBA5-2AE4-759E60EF4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047327C-FD12-2811-A6CF-4A1973058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4A6CB74-658F-406B-7CE7-3A93256C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494B9A6-FF1D-3D6B-758D-4F997071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8E2B958-A8E8-20D1-0657-36446A79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677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DBF5D2-A3EA-C02A-5328-BA20E3C7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E1AD987-C00B-2876-F19B-992628AD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DC26EDC-79B5-8609-3959-9D61D35B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DC7EE7D-0EA3-1861-3D7F-449D039C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305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EB30884-B692-38F0-B4F4-EF0D5169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0CADBB5-3963-C275-2B79-9CB03232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5C37A2B-E7F4-AA04-DAAA-C044C675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408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5492CA-50CF-D9AB-AA9F-906819829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3C3115-A6A5-B8B5-CC95-85FCCBDC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D2936D0-0A78-29A0-245C-EE70A1ECA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9ADEF65-5C98-1D7F-AC6B-C95B829D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05FB1FB-3EF9-DC25-3D2B-5172DCBD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464CF7B-70AB-5B63-D7C5-D789D1AB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339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B495FC-A35E-1C5F-BCD9-80FD11631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6779723-A6E8-0454-DCBC-B1CB8DC3C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E2A651F-09F3-5152-589C-466D773A3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AA2117-8EA4-CA86-A543-FC172E58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53390DF-53F7-9E39-16CD-7631D57F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B373DD3-CD56-B63E-1378-CF27218D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254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87B112-3769-0AE5-6223-11A41E4E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8AA0F20-F9D7-49F4-EE32-8B5827B09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E582B32-DB95-6358-823A-B73AC40A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1D3F4F5-D4F0-4966-0521-60CB99AD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7E4F5A8-0CDF-0844-DCF7-0C35DC0F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28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41AE594-1776-D15F-3478-B65D83A42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7B85A44-D537-38DF-E1B2-9AC4C8A27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FC0773E-96CF-71BB-D196-ED26A4BF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BEA00E7-8696-DCBB-66AB-6CC555E5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5CF460A-D1BA-2BEA-F38E-2D7FB495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58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0892FC0-626B-E1DF-E5A8-502EAEBC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98F12C9-20D6-811C-EB84-7F6850E5C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C3766B-6E79-1F49-C7FE-F80FB7BC3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CDE5F-2596-4E42-A627-F8BB57E49045}" type="datetimeFigureOut">
              <a:rPr lang="pl-PL" smtClean="0"/>
              <a:t>03.11.2025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9CCE78F-DC7F-8BC5-6D11-B3A53D153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08C466-4147-162A-F891-6EE5D97D9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507EA-840B-4360-9401-05B3F0D1876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638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owveg.com/garden-planner-intro.asp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-katalogroslin.pl/" TargetMode="External"/><Relationship Id="rId4" Type="http://schemas.openxmlformats.org/officeDocument/2006/relationships/hyperlink" Target="https://my-garden.gardena.com/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A7F24352-022D-8044-7EF9-51B6DB6D50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sp>
        <p:nvSpPr>
          <p:cNvPr id="3" name="Podtytuł 2">
            <a:extLst>
              <a:ext uri="{FF2B5EF4-FFF2-40B4-BE49-F238E27FC236}">
                <a16:creationId xmlns:a16="http://schemas.microsoft.com/office/drawing/2014/main" id="{2BEAD54B-DBE2-A087-7AA1-D3FBB2EE1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b="1" i="1" dirty="0" err="1"/>
              <a:t>Planer</a:t>
            </a:r>
            <a:r>
              <a:rPr lang="pl-PL" b="1" i="1" dirty="0"/>
              <a:t> ogrodu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98FD747-A8F7-8476-3740-9F6EEF270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Analiza tematyki projektu i uwarunkowań jego realizacji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5E2B7C0-AA94-83A5-BD4E-19D06C43BC9F}"/>
              </a:ext>
            </a:extLst>
          </p:cNvPr>
          <p:cNvSpPr txBox="1"/>
          <p:nvPr/>
        </p:nvSpPr>
        <p:spPr>
          <a:xfrm>
            <a:off x="1523999" y="5132260"/>
            <a:ext cx="2991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Jakub </a:t>
            </a:r>
            <a:r>
              <a:rPr lang="pl-PL" dirty="0" err="1"/>
              <a:t>Darul</a:t>
            </a:r>
            <a:endParaRPr lang="pl-PL" dirty="0"/>
          </a:p>
          <a:p>
            <a:r>
              <a:rPr lang="pl-PL" dirty="0"/>
              <a:t>Michał Kierzkowski</a:t>
            </a:r>
          </a:p>
          <a:p>
            <a:r>
              <a:rPr lang="pl-PL" dirty="0"/>
              <a:t>Mateusz </a:t>
            </a:r>
            <a:r>
              <a:rPr lang="pl-PL" dirty="0" err="1"/>
              <a:t>Lamla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88772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3D97115-F0FC-1B84-C320-25EDE4F3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pl-PL" dirty="0"/>
              <a:t>Spis treści</a:t>
            </a:r>
          </a:p>
        </p:txBody>
      </p:sp>
      <p:pic>
        <p:nvPicPr>
          <p:cNvPr id="4" name="Obraz 3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1B742FB6-2971-B9F8-737A-160D3AB62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EDDE97F5-F2BF-E55D-D50E-096FAA7788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4725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365365" y="2029399"/>
          <a:ext cx="9439604" cy="411766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343107">
                  <a:extLst>
                    <a:ext uri="{9D8B030D-6E8A-4147-A177-3AD203B41FA5}">
                      <a16:colId xmlns:a16="http://schemas.microsoft.com/office/drawing/2014/main" val="1733864808"/>
                    </a:ext>
                  </a:extLst>
                </a:gridCol>
                <a:gridCol w="7096497">
                  <a:extLst>
                    <a:ext uri="{9D8B030D-6E8A-4147-A177-3AD203B41FA5}">
                      <a16:colId xmlns:a16="http://schemas.microsoft.com/office/drawing/2014/main" val="361230015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33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2100" b="0" cap="none" spc="0" dirty="0">
                          <a:solidFill>
                            <a:schemeClr val="tx1"/>
                          </a:solidFill>
                        </a:rPr>
                        <a:t>Opis zadania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470887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33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2100" b="0" cap="none" spc="0" dirty="0">
                          <a:solidFill>
                            <a:schemeClr val="tx1"/>
                          </a:solidFill>
                        </a:rPr>
                        <a:t>Aspekty organizacyjne i społeczne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245498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33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2100" b="0" cap="none" spc="0" dirty="0">
                          <a:solidFill>
                            <a:schemeClr val="tx1"/>
                          </a:solidFill>
                        </a:rPr>
                        <a:t>Propozycja rozwiązania problemu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943544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33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2100" b="0" cap="none" spc="0" dirty="0">
                          <a:solidFill>
                            <a:schemeClr val="tx1"/>
                          </a:solidFill>
                        </a:rPr>
                        <a:t>Porównanie z innymi systemami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40342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33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dirty="0"/>
                        <a:t>Źródła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58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846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205811-4EC5-9D32-7C79-6AB1EF85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zadania</a:t>
            </a:r>
          </a:p>
        </p:txBody>
      </p:sp>
      <p:pic>
        <p:nvPicPr>
          <p:cNvPr id="4" name="Obraz 3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BF2DC362-24FA-39BF-B9B9-1729544281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91D25D-52B4-939C-6264-05ACDDCEF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Celem projektu jest utworzenie programu do planowania ogrodu. Aplikacja będzie kontrolować zgodność sąsiadujących roślin, wykrywać kolizje między nimi oraz symulować ich rozrost na przestrzeni miesięcy.</a:t>
            </a:r>
          </a:p>
        </p:txBody>
      </p:sp>
      <p:pic>
        <p:nvPicPr>
          <p:cNvPr id="7" name="Obraz 6" descr="Obraz zawierający roślina, drzewo, wiąz, drzewa&#10;&#10;Zawartość wygenerowana przez AI może być niepoprawna.">
            <a:extLst>
              <a:ext uri="{FF2B5EF4-FFF2-40B4-BE49-F238E27FC236}">
                <a16:creationId xmlns:a16="http://schemas.microsoft.com/office/drawing/2014/main" id="{6DA77884-833C-7CB1-5157-E021C135E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423" y="2709310"/>
            <a:ext cx="4234577" cy="423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9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F9A9C0-9AB7-043D-56A5-0B7BCD79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Aspekty społeczne</a:t>
            </a:r>
          </a:p>
        </p:txBody>
      </p:sp>
      <p:pic>
        <p:nvPicPr>
          <p:cNvPr id="4" name="Obraz 3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7BB2DEC4-D2A6-813D-EE56-C85CD681DD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5D544A-6027-B93A-8671-BDA83F1B7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Wzrost świadomości ekologicznej – chęć tworzenia ogrodów przyjaznych naturze i owadom.</a:t>
            </a:r>
          </a:p>
          <a:p>
            <a:r>
              <a:rPr lang="pl-PL" dirty="0"/>
              <a:t>Chęć oderwania się od życia w biegu.</a:t>
            </a:r>
          </a:p>
          <a:p>
            <a:r>
              <a:rPr lang="pl-PL" dirty="0"/>
              <a:t>Zapewnienie użytkownikom możliwości samodzielnego zaplanowania ogrodu.</a:t>
            </a:r>
          </a:p>
          <a:p>
            <a:r>
              <a:rPr lang="pl-PL" dirty="0"/>
              <a:t>Dostępność technologii.</a:t>
            </a:r>
          </a:p>
        </p:txBody>
      </p:sp>
    </p:spTree>
    <p:extLst>
      <p:ext uri="{BB962C8B-B14F-4D97-AF65-F5344CB8AC3E}">
        <p14:creationId xmlns:p14="http://schemas.microsoft.com/office/powerpoint/2010/main" val="300789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BAA3-DF7C-1658-E683-F75169217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697A3D-561D-0D0F-F1C6-928FF1B2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Aspekty organizacyjne</a:t>
            </a:r>
          </a:p>
        </p:txBody>
      </p:sp>
      <p:pic>
        <p:nvPicPr>
          <p:cNvPr id="4" name="Obraz 3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4F82E13E-3851-0CAA-ACE8-FBB3C5D970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F19CDD-3970-E888-AFC8-DCFAD5FE3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Możliwość planowania etapów pracy.</a:t>
            </a:r>
          </a:p>
          <a:p>
            <a:r>
              <a:rPr lang="pl-PL" dirty="0"/>
              <a:t>Uproszczenie wizualizacji projektu i lepsze zarządzanie przestrzenią.</a:t>
            </a:r>
          </a:p>
          <a:p>
            <a:r>
              <a:rPr lang="pl-PL" dirty="0"/>
              <a:t>Pomoc w dokumentowaniu postępów prac (np. zapisanie wersji projektu).</a:t>
            </a:r>
          </a:p>
        </p:txBody>
      </p:sp>
    </p:spTree>
    <p:extLst>
      <p:ext uri="{BB962C8B-B14F-4D97-AF65-F5344CB8AC3E}">
        <p14:creationId xmlns:p14="http://schemas.microsoft.com/office/powerpoint/2010/main" val="299594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1746B9-27E2-54C3-8B57-06EC3E30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Propozycja rozwiązania zadania</a:t>
            </a:r>
          </a:p>
        </p:txBody>
      </p:sp>
      <p:pic>
        <p:nvPicPr>
          <p:cNvPr id="4" name="Obraz 3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A97864B2-8B11-1546-2793-D7C85A1FC2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B9AD8B-1C33-D06F-E717-CC43A47A6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Utworzenie bazy roślin.</a:t>
            </a:r>
          </a:p>
          <a:p>
            <a:r>
              <a:rPr lang="pl-PL" dirty="0"/>
              <a:t>Możliwość łatwego i szybkiego przeciągania roślin na planszę.</a:t>
            </a:r>
          </a:p>
          <a:p>
            <a:r>
              <a:rPr lang="pl-PL" dirty="0"/>
              <a:t>Sprawdzanie kolizji sąsiadujących roślin.</a:t>
            </a:r>
          </a:p>
          <a:p>
            <a:r>
              <a:rPr lang="pl-PL" dirty="0"/>
              <a:t>Symulacja comiesięcznego rozrostu roślin.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1292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F135492C-7E8B-A1E5-DE8C-56B14E51F8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67B808F-04E9-9D42-E888-281CD501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Porównanie z innymi systemami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D0C612-5B9B-2AE5-494B-A5548BEF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myGarden</a:t>
            </a:r>
            <a:r>
              <a:rPr lang="pl-PL" dirty="0"/>
              <a:t> Planner</a:t>
            </a:r>
          </a:p>
          <a:p>
            <a:r>
              <a:rPr lang="pl-PL" dirty="0" err="1"/>
              <a:t>GrowVeg</a:t>
            </a:r>
            <a:endParaRPr lang="pl-PL" dirty="0"/>
          </a:p>
        </p:txBody>
      </p:sp>
      <p:pic>
        <p:nvPicPr>
          <p:cNvPr id="5" name="Obraz 4" descr="Projekt ogrodu przydomowego, czyli jak działa aplikacja do projektowania  ogrodu MyGarden od GARDENA - z ogrodem na TY">
            <a:extLst>
              <a:ext uri="{FF2B5EF4-FFF2-40B4-BE49-F238E27FC236}">
                <a16:creationId xmlns:a16="http://schemas.microsoft.com/office/drawing/2014/main" id="{27BF7988-5C13-4F91-7C02-F0DFF941B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291" y="3026036"/>
            <a:ext cx="5014185" cy="3466839"/>
          </a:xfrm>
          <a:prstGeom prst="rect">
            <a:avLst/>
          </a:prstGeom>
        </p:spPr>
      </p:pic>
      <p:pic>
        <p:nvPicPr>
          <p:cNvPr id="8" name="Obraz 7" descr="Obraz zawierający tekst, Prostokąt&#10;&#10;Zawartość wygenerowana przez AI może być niepoprawna.">
            <a:extLst>
              <a:ext uri="{FF2B5EF4-FFF2-40B4-BE49-F238E27FC236}">
                <a16:creationId xmlns:a16="http://schemas.microsoft.com/office/drawing/2014/main" id="{42073472-B3C1-AD56-CC94-438B0185E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026036"/>
            <a:ext cx="3061259" cy="306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0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ADCEA5-17DD-6D7A-EDBB-3C065B70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Źródła</a:t>
            </a:r>
          </a:p>
        </p:txBody>
      </p:sp>
      <p:pic>
        <p:nvPicPr>
          <p:cNvPr id="4" name="Obraz 3" descr="Obraz zawierający logo, symbol, godło, Grafika&#10;&#10;Zawartość wygenerowana przez AI może być niepoprawna.">
            <a:extLst>
              <a:ext uri="{FF2B5EF4-FFF2-40B4-BE49-F238E27FC236}">
                <a16:creationId xmlns:a16="http://schemas.microsoft.com/office/drawing/2014/main" id="{F7AA029B-0B08-E5C2-6A17-F71FEA8551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94" y="-653497"/>
            <a:ext cx="5331611" cy="685800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C73A3E4-821A-4384-0909-9430C21F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hlinkClick r:id="rId3"/>
              </a:rPr>
              <a:t>https://www.growveg.com/garden-planner-intro.aspx</a:t>
            </a:r>
            <a:endParaRPr lang="pl-PL" dirty="0"/>
          </a:p>
          <a:p>
            <a:r>
              <a:rPr lang="pl-PL" dirty="0">
                <a:hlinkClick r:id="rId4"/>
              </a:rPr>
              <a:t>https://my-garden.gardena.com/int</a:t>
            </a:r>
            <a:endParaRPr lang="pl-PL" dirty="0"/>
          </a:p>
          <a:p>
            <a:r>
              <a:rPr lang="pl-PL">
                <a:hlinkClick r:id="rId5"/>
              </a:rPr>
              <a:t>https://e-katalogroslin.pl/</a:t>
            </a:r>
            <a:endParaRPr lang="pl-PL"/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848683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185</Words>
  <Application>Microsoft Office PowerPoint</Application>
  <PresentationFormat>Panoramiczny</PresentationFormat>
  <Paragraphs>39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Motyw pakietu Office</vt:lpstr>
      <vt:lpstr>Analiza tematyki projektu i uwarunkowań jego realizacji</vt:lpstr>
      <vt:lpstr>Spis treści</vt:lpstr>
      <vt:lpstr>Opis zadania</vt:lpstr>
      <vt:lpstr>Aspekty społeczne</vt:lpstr>
      <vt:lpstr>Aspekty organizacyjne</vt:lpstr>
      <vt:lpstr>Propozycja rozwiązania zadania</vt:lpstr>
      <vt:lpstr>Porównanie z innymi systemami</vt:lpstr>
      <vt:lpstr>Źródła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Kierzkowski</dc:creator>
  <cp:lastModifiedBy>Michał Kierzkowski</cp:lastModifiedBy>
  <cp:revision>1</cp:revision>
  <dcterms:created xsi:type="dcterms:W3CDTF">2025-11-03T14:21:43Z</dcterms:created>
  <dcterms:modified xsi:type="dcterms:W3CDTF">2025-11-03T14:59:53Z</dcterms:modified>
</cp:coreProperties>
</file>